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1828800"/>
            <a:ext cx="2743200" cy="274320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Meeting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API Integration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 &amp; Outcomes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SOM-BI — School of Management Business Intelligence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Fah Luang University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Date: Tuesday, March 18,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Team  •  University Advisor  •  Assist. Phi Chai (Uni Tech Team)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Meeting Purpose &amp;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515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29844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integration between SOM-BI and the university's E-port KPI API, and request modifications to the API response to support program-level performance filtering.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24028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258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current E-port KPI API structure &amp; available endpoints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0" y="2258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274320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27614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Request: Include program_id in KPI API response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2761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200400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32461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2644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data ownership &amp; mapping responsibilities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0" y="32644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703320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37490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749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3767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KPI data flow for program-level reporting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3767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" y="425196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251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43000" y="42702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action items and next steps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0" y="42702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E-port KPI API — Current Structure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Endpoints  |  Base URL: eport.mfu.ac.th/api/master  |  Auth: Bearer Token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6002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160020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endpoints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UG/Grad courses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scores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Work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21408" y="1371600"/>
            <a:ext cx="16002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21408" y="1371600"/>
            <a:ext cx="16002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2121408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58568" y="19659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endpoints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58568" y="224028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&amp; Pubs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77056" y="1371600"/>
            <a:ext cx="16002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77056" y="1371600"/>
            <a:ext cx="160020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3877056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Svc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14216" y="19659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endpoints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14216" y="224028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Invited Speaker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32704" y="1371600"/>
            <a:ext cx="16002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32704" y="1371600"/>
            <a:ext cx="16002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632704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9864" y="19659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endpoints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69864" y="224028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duties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88352" y="1371600"/>
            <a:ext cx="16002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88352" y="1371600"/>
            <a:ext cx="160020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7388352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Development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25512" y="19659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endpoints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25512" y="224028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MFU Activities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 &amp; Culture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3794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Fields (per staff_code):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4069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staffcode, staffname, domainscorename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domain1-5: weight, score, threshold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Performance (60%), Behavior (40%), Total Score (100%)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NO program_id, program_code, or faculty identifier included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Key Discussion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18288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18288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Asked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E-port KPI API response include program_id or related program identifiers?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would allow us to: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lecturers by program from API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program-level KPI averages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local database dependency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840480" cy="18288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54864" cy="18288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from Assist. Phi Chai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modify the original E-port API response structure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E-port is a centralized university-wide system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schemas governed by original KPI docs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team doesn't have access to modify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require IT governance process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8046720" cy="64008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is responsible for managing KPI ↔ Program mapping locally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Solution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1920240" cy="5029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" y="44988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Fetch KPI data via staff_code from E-port API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51760" y="4480560"/>
            <a:ext cx="1920240" cy="5029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24912" y="44988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Match staff_code with our local lecturer_profiles table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4480560"/>
            <a:ext cx="1920240" cy="50292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28032" y="44988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 program_id foreign key to identify program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4480560"/>
            <a:ext cx="1920240" cy="5029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31152" y="44988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Aggregate KPI scores per program at application layer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Agreed Data Flow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286000" cy="82296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MFU E-port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eport.mfu.ac.th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endpoints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0" y="1280160"/>
            <a:ext cx="1097280" cy="45720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280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staff_code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token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2286000" cy="8229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097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SOM-BI Backend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Proxy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0" y="1097280"/>
            <a:ext cx="1188720" cy="82296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0" y="10972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%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2286000" cy="7315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468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lecturer_profiles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lecturers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staff_code (PK)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2468880"/>
            <a:ext cx="1097280" cy="73152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24688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program_id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(FK)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2468880"/>
            <a:ext cx="2286000" cy="73152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2468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programs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ACC, BA, ECO...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2560320" cy="6400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749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Lecturer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0" y="3749040"/>
            <a:ext cx="2560320" cy="6400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0" y="3749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Program-Level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Aggregation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92240" y="3749040"/>
            <a:ext cx="2194560" cy="6400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9224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 Overview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914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2286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Database (Local)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566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Dashboards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572000"/>
            <a:ext cx="4572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staff_code is the ONLY link between E-port API data and our local program mapping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Database: Staff → Program Mapping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lecturer_profiles (59 records)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39319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2801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staff_code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staff_name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programs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VARCHAR(255)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93776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(8 records)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280160"/>
          <a:ext cx="3840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3152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Administration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Tourism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Aviation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Hospitality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Dean Office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352044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352044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3566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lecturer_profiles.program_id → programs.program_id  |  All 59 lecturers correctly mapped  ✅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Lecturers per Program: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617720"/>
            <a:ext cx="914400" cy="3657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48640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627632" y="4617720"/>
            <a:ext cx="914400" cy="3657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1627632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706624" y="4617720"/>
            <a:ext cx="914400" cy="36576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2706624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785616" y="4617720"/>
            <a:ext cx="914400" cy="3657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3785616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TRM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864608" y="4617720"/>
            <a:ext cx="914400" cy="36576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4864608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943600" y="4617720"/>
            <a:ext cx="914400" cy="36576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5943600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022592" y="4617720"/>
            <a:ext cx="914400" cy="36576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7022592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101584" y="4617720"/>
            <a:ext cx="914400" cy="365760"/>
          </a:xfrm>
          <a:prstGeom prst="rect">
            <a:avLst/>
          </a:prstGeom>
          <a:solidFill>
            <a:srgbClr val="94A3B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8101584" y="4617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Items &amp; Status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114800"/>
                <a:gridCol w="1371600"/>
                <a:gridCol w="22860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 local lecturer → program mapping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backend proxy for E-port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per-lecturer KPI fetching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program-level KPI aggregation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Ensure all 59 lecturers have program_id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server-side KPI caching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Dean dashboard with program KPI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lecturer database updated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data dictionary from Tech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Phi Chai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Mitigations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51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Bulk API Endpoint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29844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Each lecturer requires individual API call (59 calls total)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5361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Batch 10 concurrent calls; client-side caching; plan for server-side cache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011680"/>
            <a:ext cx="54864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Program ID in 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30428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Extra local DB dependency; stale mapping if staff transfers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5420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Admin CRUD interface for lecturer profiles; regular verification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017520"/>
            <a:ext cx="54864" cy="868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Availability Unknown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31012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No formal SLA or maintenance notifications from E-port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54787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Fallback data strategy; error state UI; server-side cache planned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023360"/>
            <a:ext cx="54864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69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Mapping Manual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31596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New lecturers won't have KPI until added to local DB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45537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Lookup endpoint + admin user management interface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(This Week)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53312"/>
            <a:ext cx="76809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53312"/>
            <a:ext cx="45720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99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program-level KPI aggregation endpoint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719072"/>
            <a:ext cx="76809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719072"/>
            <a:ext cx="45720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7647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server-side KPI data caching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084832"/>
            <a:ext cx="76809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084832"/>
            <a:ext cx="45720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1305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Dean dashboard with live program KPI 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560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(Next 2 Weeks)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2907792"/>
            <a:ext cx="76809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907792"/>
            <a:ext cx="457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9535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period comparison feature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273552"/>
            <a:ext cx="76809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273552"/>
            <a:ext cx="457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3192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data export (PDF / Excel)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639312"/>
            <a:ext cx="76809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639312"/>
            <a:ext cx="457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685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 (bind ports, UFW, swap space)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Go-Live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4462272"/>
            <a:ext cx="76809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4462272"/>
            <a:ext cx="457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5079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KPI refresh scheduling (cron)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828032"/>
            <a:ext cx="76809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4828032"/>
            <a:ext cx="457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8737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and alerting setup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5193792"/>
            <a:ext cx="76809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1520" y="5193792"/>
            <a:ext cx="457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52395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testing and QA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5559552"/>
            <a:ext cx="76809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31520" y="5559552"/>
            <a:ext cx="457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560527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 documentation from E-port team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Meeting Summary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8046720" cy="475488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4630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E-port KPI API cannot be modified to include program identifiers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8046720" cy="475488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0574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manages staff_code ↔ program_id mapping locally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8046720" cy="475488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587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6517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lecturers correctly mapped to 8 programs in our database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8046720" cy="475488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2461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data flow: Fetch by staff_code → Match → Aggregate by program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8046720" cy="475488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3776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8404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priority: Program-level aggregation + server-side caching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800" dirty="0"/>
          </a:p>
          <a:p>
            <a:pPr algn="ctr" indent="0" marL="0">
              <a:buNone/>
            </a:pP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SOM-BI — Mae Fah Luang University</a:t>
            </a:r>
            <a:endParaRPr lang="en-US" sz="2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som.mlbbshop.app  |  March 18, 2026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Tuesday Meeting Summary — KPI API Integration Discussion</dc:title>
  <dc:subject>PptxGenJS Presentation</dc:subject>
  <dc:creator>SOM-BI Development Team</dc:creator>
  <cp:lastModifiedBy>SOM-BI Development Team</cp:lastModifiedBy>
  <cp:revision>1</cp:revision>
  <dcterms:created xsi:type="dcterms:W3CDTF">2026-03-22T05:34:34Z</dcterms:created>
  <dcterms:modified xsi:type="dcterms:W3CDTF">2026-03-22T05:34:34Z</dcterms:modified>
</cp:coreProperties>
</file>