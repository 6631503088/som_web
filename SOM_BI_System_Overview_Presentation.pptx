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5943600" y="-914400"/>
            <a:ext cx="4572000" cy="45720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858000" y="1371600"/>
            <a:ext cx="3200400" cy="32004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914400"/>
            <a:ext cx="5486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spc="400" kern="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SOM-BI</a:t>
            </a:r>
            <a:endParaRPr lang="en-US" sz="5200" dirty="0"/>
          </a:p>
        </p:txBody>
      </p:sp>
      <p:sp>
        <p:nvSpPr>
          <p:cNvPr id="6" name="Text 4"/>
          <p:cNvSpPr/>
          <p:nvPr/>
        </p:nvSpPr>
        <p:spPr>
          <a:xfrm>
            <a:off x="731520" y="2011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Overview &amp; Audit Report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731520" y="292608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Fah Luang University — School of Management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Faculty Performance Management System</a:t>
            </a:r>
            <a:endParaRPr lang="en-US" sz="1400" dirty="0"/>
          </a:p>
          <a:p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22, 2026  |  som.mlbbshop.app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680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is a comprehensive web-based faculty performance management system for the School of Management at Mae Fah Luang University. It integrates with the university's E-port KPI API to track lecturer performance across 5 evaluation domains.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82880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828800"/>
            <a:ext cx="54864" cy="86868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901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59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960120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337560" y="182880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337560" y="1828800"/>
            <a:ext cx="54864" cy="86868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3566160" y="1901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3200" dirty="0"/>
          </a:p>
        </p:txBody>
      </p:sp>
      <p:sp>
        <p:nvSpPr>
          <p:cNvPr id="12" name="Text 10"/>
          <p:cNvSpPr/>
          <p:nvPr/>
        </p:nvSpPr>
        <p:spPr>
          <a:xfrm>
            <a:off x="3566160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5943600" y="182880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5943600" y="1828800"/>
            <a:ext cx="54864" cy="86868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190195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172200" y="235915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Projects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731520" y="292608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731520" y="2926080"/>
            <a:ext cx="54864" cy="86868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9" name="Text 17"/>
          <p:cNvSpPr/>
          <p:nvPr/>
        </p:nvSpPr>
        <p:spPr>
          <a:xfrm>
            <a:off x="960120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42+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960120" y="3456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3337560" y="292608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2926080"/>
            <a:ext cx="54864" cy="86868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3566160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26</a:t>
            </a:r>
            <a:endParaRPr lang="en-US" sz="3200" dirty="0"/>
          </a:p>
        </p:txBody>
      </p:sp>
      <p:sp>
        <p:nvSpPr>
          <p:cNvPr id="24" name="Text 22"/>
          <p:cNvSpPr/>
          <p:nvPr/>
        </p:nvSpPr>
        <p:spPr>
          <a:xfrm>
            <a:off x="3566160" y="3456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943600" y="2926080"/>
            <a:ext cx="228600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5943600" y="2926080"/>
            <a:ext cx="54864" cy="86868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7" name="Text 25"/>
          <p:cNvSpPr/>
          <p:nvPr/>
        </p:nvSpPr>
        <p:spPr>
          <a:xfrm>
            <a:off x="6172200" y="2999232"/>
            <a:ext cx="19659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200" dirty="0"/>
          </a:p>
        </p:txBody>
      </p:sp>
      <p:sp>
        <p:nvSpPr>
          <p:cNvPr id="28" name="Text 26"/>
          <p:cNvSpPr/>
          <p:nvPr/>
        </p:nvSpPr>
        <p:spPr>
          <a:xfrm>
            <a:off x="6172200" y="3456432"/>
            <a:ext cx="1965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731520" y="416052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KPI data via MFU E-port API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with role-based access control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on DigitalOcean VPS with Nginx + Let's Encrypt SSL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286000" y="1005840"/>
            <a:ext cx="4572000" cy="548640"/>
          </a:xfrm>
          <a:prstGeom prst="rect">
            <a:avLst/>
          </a:prstGeom>
          <a:solidFill>
            <a:srgbClr val="94A3B8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0" y="10058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 Browser (Admin / Dean / Lecturer)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2743200" y="1828800"/>
            <a:ext cx="3657600" cy="5486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0" y="182880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Frontend (SSR, Port 3000)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0" y="2651760"/>
            <a:ext cx="2743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Reverse Proxy + SSL (443)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(Port 8080)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9184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Frontend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SSR (Port 3000)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solidFill>
            <a:srgbClr val="7C3AED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12648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 Learn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(Port 3200)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389120"/>
            <a:ext cx="182880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DB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(Port 3306)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2560320" y="4389120"/>
            <a:ext cx="1828800" cy="50292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2560320" y="43891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(Cloud)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4389120"/>
            <a:ext cx="2468880" cy="502920"/>
          </a:xfrm>
          <a:prstGeom prst="rect">
            <a:avLst/>
          </a:prstGeom>
          <a:solidFill>
            <a:srgbClr val="EF4444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4389120"/>
            <a:ext cx="2468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E-port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(External)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06640" y="4389120"/>
            <a:ext cx="1280160" cy="502920"/>
          </a:xfrm>
          <a:prstGeom prst="rect">
            <a:avLst/>
          </a:prstGeom>
          <a:solidFill>
            <a:srgbClr val="F59E0B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406640" y="4389120"/>
            <a:ext cx="1280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(Local)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572000" y="1554480"/>
            <a:ext cx="914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377440"/>
            <a:ext cx="914" cy="27432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200400" y="3154680"/>
            <a:ext cx="-14630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572000" y="3154680"/>
            <a:ext cx="914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943600" y="3154680"/>
            <a:ext cx="1463040" cy="32004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0" y="4023360"/>
            <a:ext cx="914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286000" y="4023360"/>
            <a:ext cx="118872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737360" y="4023360"/>
            <a:ext cx="384048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406640" y="4023360"/>
            <a:ext cx="640080" cy="365760"/>
          </a:xfrm>
          <a:prstGeom prst="line">
            <a:avLst/>
          </a:prstGeom>
          <a:noFill/>
          <a:ln w="19050">
            <a:solidFill>
              <a:srgbClr val="94A3B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Technology Stack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0584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005840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31520" y="1307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Nuxt 3 (Vue 3) with SSR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1719072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1719072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1792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Styling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31520" y="2020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TailwindCSS v6.13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2432304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48640" y="2432304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2505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31520" y="2734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4.4.9 + DataLabels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3145536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48640" y="3145536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3218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31520" y="3447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Express.js 4.18 (Node.js)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3858768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48640" y="3858768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73152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31520" y="4160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8.x (localhost)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937760" y="1005840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937760" y="1005840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6" name="Text 24"/>
          <p:cNvSpPr/>
          <p:nvPr/>
        </p:nvSpPr>
        <p:spPr>
          <a:xfrm>
            <a:off x="5120640" y="1078992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120640" y="1307592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937760" y="1719072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937760" y="1719072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8"/>
          <p:cNvSpPr/>
          <p:nvPr/>
        </p:nvSpPr>
        <p:spPr>
          <a:xfrm>
            <a:off x="5120640" y="1792224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SDK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120640" y="2020824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firebase-admin 12.x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937760" y="2432304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937760" y="2432304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5120640" y="2505456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 Mgr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120640" y="2734056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6.0.14 (3 processes)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4937760" y="3145536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4937760" y="3145536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8" name="Text 36"/>
          <p:cNvSpPr/>
          <p:nvPr/>
        </p:nvSpPr>
        <p:spPr>
          <a:xfrm>
            <a:off x="5120640" y="32186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Server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120640" y="3447288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+ Let's Encrypt SSL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4937760" y="3858768"/>
            <a:ext cx="365760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937760" y="3858768"/>
            <a:ext cx="45720" cy="59436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42" name="Text 40"/>
          <p:cNvSpPr/>
          <p:nvPr/>
        </p:nvSpPr>
        <p:spPr>
          <a:xfrm>
            <a:off x="5120640" y="393192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5120640" y="4160520"/>
            <a:ext cx="32918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DigitalOcean (1vCPU, 2GB)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Server Infrastructure Audit</a:t>
            </a:r>
            <a:endParaRPr lang="en-US" sz="26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005840"/>
          <a:ext cx="393192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645920"/>
                <a:gridCol w="1188720"/>
              </a:tblGrid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DigitalOcean (SGP)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CPU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vCPU (x86_64)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Minimal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1.9 GB (48% used)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 GB (9% used)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Healthy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Swap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bytes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EF4444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configured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SSL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Let's Encrypt (auto)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PM2 Processes (All Online)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754880" y="137160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4754880" y="137160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41732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som-backend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937760" y="160020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 |  108.7 MB  |  Uptime: 4 Days</a:t>
            </a:r>
            <a:endParaRPr lang="en-US" sz="9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754880" y="192024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2" name="Text 9"/>
          <p:cNvSpPr/>
          <p:nvPr/>
        </p:nvSpPr>
        <p:spPr>
          <a:xfrm>
            <a:off x="4937760" y="196596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som-frontend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214884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3000  |  93.7 MB  |  Uptime: 4 Days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4754880" y="2468880"/>
            <a:ext cx="4023360" cy="457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4754880" y="2468880"/>
            <a:ext cx="4572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6" name="Text 13"/>
          <p:cNvSpPr/>
          <p:nvPr/>
        </p:nvSpPr>
        <p:spPr>
          <a:xfrm>
            <a:off x="4937760" y="2514600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momo-learn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4937760" y="2697480"/>
            <a:ext cx="3657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3200  |  66.4 MB  |  Uptime: 2 Days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548640" y="33832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Nginx Routing (som.mlbbshop.app)</a:t>
            </a:r>
            <a:endParaRPr lang="en-US" sz="1400" dirty="0"/>
          </a:p>
        </p:txBody>
      </p:sp>
      <p:graphicFrame>
        <p:nvGraphicFramePr>
          <p:cNvPr id="11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840480"/>
          <a:ext cx="804672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743200"/>
                <a:gridCol w="34747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Path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Upstream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127.0.0.1:3000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SOM-BI Frontend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/api/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127.0.0.1:8080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SOM-BI Backend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/momo/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127.0.0.1:3200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MoMo Learn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Database Schema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Database: senior_project  |  9 Tables  |  59 Lecturers  |  8 Programs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804672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1188720"/>
              </a:tblGrid>
              <a:tr h="29260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Description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Records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65A82"/>
                    </a:solidFill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lecturer_profiles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Core lecturer data (staff_code PK, program_id FK)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Academic programs (ACC, BA, ECO, TRM, AVI, HRM, LOG, DEAN)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budget_projects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tracking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budget_categories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category definitions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project_owners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project ownership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staff_budget_info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Staff budget allocation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lecturer_education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Education history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lecturer_publications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Publication records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560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lecturer_research_areas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Research area specializations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20624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i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Relationship: lecturer_profiles.program_id → programs.program_id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foreign key enables mapping E-port KPI data (fetched by staff_code) to specific academic programs.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KPI Integration with MFU E-port API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005840"/>
            <a:ext cx="1554480" cy="274320"/>
          </a:xfrm>
          <a:prstGeom prst="rect">
            <a:avLst/>
          </a:prstGeom>
          <a:solidFill>
            <a:srgbClr val="065A82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Teaching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UG/Grad courses, projects, thesis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2176272" y="10058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176272" y="1005840"/>
            <a:ext cx="1554480" cy="274320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11" name="Text 9"/>
          <p:cNvSpPr/>
          <p:nvPr/>
        </p:nvSpPr>
        <p:spPr>
          <a:xfrm>
            <a:off x="2176272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2267712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267712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Studies, publications, funding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895344" y="10058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895344" y="1005840"/>
            <a:ext cx="1554480" cy="2743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6" name="Text 14"/>
          <p:cNvSpPr/>
          <p:nvPr/>
        </p:nvSpPr>
        <p:spPr>
          <a:xfrm>
            <a:off x="3895344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986784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Service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986784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Community, invited lectures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614416" y="10058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614416" y="1005840"/>
            <a:ext cx="1554480" cy="27432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1" name="Text 19"/>
          <p:cNvSpPr/>
          <p:nvPr/>
        </p:nvSpPr>
        <p:spPr>
          <a:xfrm>
            <a:off x="5614416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D4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5705856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Administration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705856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Committees, management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7333488" y="1005840"/>
            <a:ext cx="155448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33488" y="1005840"/>
            <a:ext cx="1554480" cy="27432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26" name="Text 24"/>
          <p:cNvSpPr/>
          <p:nvPr/>
        </p:nvSpPr>
        <p:spPr>
          <a:xfrm>
            <a:off x="7333488" y="100584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424928" y="13716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Arts &amp; Culture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7424928" y="1645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Self-dev, MFU activities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731520" y="2651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Data Flow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solidFill>
            <a:srgbClr val="1E276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457200" y="310896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Backend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(Proxy Layer)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3017520" y="3108960"/>
            <a:ext cx="731520" cy="6400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3017520" y="3108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staff_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206240" y="3108960"/>
            <a:ext cx="2286000" cy="640080"/>
          </a:xfrm>
          <a:prstGeom prst="rect">
            <a:avLst/>
          </a:prstGeom>
          <a:solidFill>
            <a:srgbClr val="F96167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4206240" y="3108960"/>
            <a:ext cx="2286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E-port API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eport.mfu.ac.th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6949440" y="3108960"/>
            <a:ext cx="731520" cy="640080"/>
          </a:xfrm>
          <a:prstGeom prst="rect">
            <a:avLst/>
          </a:prstGeom>
          <a:solidFill>
            <a:srgbClr val="E2E8F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6949440" y="3108960"/>
            <a:ext cx="731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7200" y="4023360"/>
            <a:ext cx="2103120" cy="548640"/>
          </a:xfrm>
          <a:prstGeom prst="rect">
            <a:avLst/>
          </a:prstGeom>
          <a:solidFill>
            <a:srgbClr val="028090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457200" y="402336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lecturer_profiles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(staff_code + program_id)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4206240" y="4023360"/>
            <a:ext cx="2286000" cy="548640"/>
          </a:xfrm>
          <a:prstGeom prst="rect">
            <a:avLst/>
          </a:prstGeom>
          <a:solidFill>
            <a:srgbClr val="00A896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1" name="Text 39"/>
          <p:cNvSpPr/>
          <p:nvPr/>
        </p:nvSpPr>
        <p:spPr>
          <a:xfrm>
            <a:off x="4206240" y="4023360"/>
            <a:ext cx="2286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→ Group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program_id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6949440" y="4023360"/>
            <a:ext cx="1737360" cy="548640"/>
          </a:xfrm>
          <a:prstGeom prst="rect">
            <a:avLst/>
          </a:prstGeom>
          <a:solidFill>
            <a:srgbClr val="10B981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6949440" y="4023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KPI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Critical Design Decision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↔ Program Mapping Strategy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8046720" cy="1005840"/>
          </a:xfrm>
          <a:prstGeom prst="rect">
            <a:avLst/>
          </a:prstGeom>
          <a:solidFill>
            <a:srgbClr val="065A82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48640" y="1463040"/>
            <a:ext cx="54864" cy="1005840"/>
          </a:xfrm>
          <a:prstGeom prst="rect">
            <a:avLst/>
          </a:prstGeom>
          <a:solidFill>
            <a:srgbClr val="F96167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5087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Meeting Outcome — March 18, 2026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17830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requested the university Tech team (Assist. Phi Chai) to include program_id in the E-port KPI API response. They confirmed the original E-port API response structure cannot be modified. Our team is responsible for managing the staff_code → program_id mapping locally.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" y="3200400"/>
            <a:ext cx="320040" cy="320040"/>
          </a:xfrm>
          <a:prstGeom prst="ellipse">
            <a:avLst/>
          </a:prstGeom>
          <a:solidFill>
            <a:srgbClr val="065A82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2004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88720" y="3227832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 KPI data via staff_code from E-port API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3639312"/>
            <a:ext cx="320040" cy="32004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" y="363931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188720" y="366674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Look up staff_code in local lecturer_profiles table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31520" y="4078224"/>
            <a:ext cx="320040" cy="3200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" y="4078224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410565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program_id FK to determine lecturer's program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31520" y="4517136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" y="4517136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45445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 KPI scores per program at application layer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Application Details: SOM-BI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(Nuxt 3)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931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 pages across 3 role-based layouts</a:t>
            </a:r>
            <a:endParaRPr lang="en-US" sz="11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Dashboard, KPI, Budget, Programs, Users</a:t>
            </a:r>
            <a:endParaRPr lang="en-US" sz="11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Dean: Dashboard, Faculty, KPI Overview</a:t>
            </a:r>
            <a:endParaRPr lang="en-US" sz="1100" dirty="0"/>
          </a:p>
          <a:p>
            <a:pPr lvl="1" marL="6858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Lecturer: Dashboard, 5 KPI Domains, Budget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composables for data management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Vue components (icons, logos, UI)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Client-side KPI caching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Chart.js for KPI visualizations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(Express.js)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754880" y="1280160"/>
            <a:ext cx="40233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42+ REST API endpoints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token verification middleware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(Admin/Lecturer)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control (own data only)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MFU E-port API proxy layer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Lecturers, Programs, Budget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CRUD: Education, Publications, Research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Token caching (23-hour expiry)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48640" y="3931920"/>
            <a:ext cx="8046720" cy="10058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48640" y="3931920"/>
            <a:ext cx="54864" cy="10058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3977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#2: MoMo Learn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77240" y="4297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&amp; Question Management Backend — Express.js + SQLite (better-sqlite3) — Port 3200 — Multer for file uploads — Accessible at /momo/ via Nginx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Audit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91440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Strengths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48640" y="1280160"/>
            <a:ext cx="393192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Authentication (secure identity)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token verification (firebase-admin)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access (Admin/Dean/Lecturer)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Staff access control middleware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E-port API credentials hidden via proxy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 enforced (Let's Encrypt)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CORS restricted to known origins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bound to localhost only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91440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Concerns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754880" y="12801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754880" y="1280160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4937760" y="13075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8080 bound to 0.0.0.0 (exposed)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955280" y="1307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17373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54880" y="1737360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3" name="Text 11"/>
          <p:cNvSpPr/>
          <p:nvPr/>
        </p:nvSpPr>
        <p:spPr>
          <a:xfrm>
            <a:off x="4937760" y="17647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 3200 bound to 0.0.0.0 (exposed)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955280" y="17647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754880" y="21945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754880" y="2194560"/>
            <a:ext cx="4572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2219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swap space configured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955280" y="22219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754880" y="26517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754880" y="2651760"/>
            <a:ext cx="4572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1" name="Text 19"/>
          <p:cNvSpPr/>
          <p:nvPr/>
        </p:nvSpPr>
        <p:spPr>
          <a:xfrm>
            <a:off x="4937760" y="26791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Hardcoded fallback staff list may go stale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955280" y="26791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754880" y="31089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3108960"/>
            <a:ext cx="45720" cy="384048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31363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UFW firewall rules configured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955280" y="31363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Medium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54880" y="3566160"/>
            <a:ext cx="4023360" cy="38404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4754880" y="3566160"/>
            <a:ext cx="45720" cy="384048"/>
          </a:xfrm>
          <a:prstGeom prst="rect">
            <a:avLst/>
          </a:prstGeom>
          <a:solidFill>
            <a:srgbClr val="94A3B8"/>
          </a:solidFill>
          <a:ln/>
        </p:spPr>
      </p:sp>
      <p:sp>
        <p:nvSpPr>
          <p:cNvPr id="29" name="Text 27"/>
          <p:cNvSpPr/>
          <p:nvPr/>
        </p:nvSpPr>
        <p:spPr>
          <a:xfrm>
            <a:off x="4937760" y="3593592"/>
            <a:ext cx="29260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rate limiting on API endpoints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7955280" y="3593592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Recommendations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31520" y="1005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(Do Now)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31520" y="132588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325880"/>
            <a:ext cx="457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914400" y="13716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Bind ports 8080 &amp; 3200 to 127.0.0.1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731520" y="169164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731520" y="1691640"/>
            <a:ext cx="457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0" name="Text 8"/>
          <p:cNvSpPr/>
          <p:nvPr/>
        </p:nvSpPr>
        <p:spPr>
          <a:xfrm>
            <a:off x="914400" y="1737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2 GB swap space to server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31520" y="205740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731520" y="2057400"/>
            <a:ext cx="45720" cy="32004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2103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server-side KPI caching (Redis / file)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25146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(Do Soon)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283464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31520" y="2834640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28803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program-level KPI aggregation endpoint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31520" y="3200400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24612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hardcoded fallback staff list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356616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731520" y="3566160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3" name="Text 21"/>
          <p:cNvSpPr/>
          <p:nvPr/>
        </p:nvSpPr>
        <p:spPr>
          <a:xfrm>
            <a:off x="914400" y="3611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 UFW firewall (allow 22, 80, 443 only)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31520" y="393192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31520" y="3931920"/>
            <a:ext cx="45720" cy="3200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26" name="Text 24"/>
          <p:cNvSpPr/>
          <p:nvPr/>
        </p:nvSpPr>
        <p:spPr>
          <a:xfrm>
            <a:off x="914400" y="3977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automated daily MySQL backups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389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Nice to Have (Future)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31520" y="4709160"/>
            <a:ext cx="457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914400" y="475488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PM2/Grafana monitoring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31520" y="507492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31520" y="5074920"/>
            <a:ext cx="457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3" name="Text 31"/>
          <p:cNvSpPr/>
          <p:nvPr/>
        </p:nvSpPr>
        <p:spPr>
          <a:xfrm>
            <a:off x="914400" y="512064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rate limiting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" y="544068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731520" y="5440680"/>
            <a:ext cx="457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6" name="Text 34"/>
          <p:cNvSpPr/>
          <p:nvPr/>
        </p:nvSpPr>
        <p:spPr>
          <a:xfrm>
            <a:off x="914400" y="548640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Upgrade to 2 vCPU / 4 GB RAM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731520" y="5806440"/>
            <a:ext cx="7680960" cy="3200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2700" dir="8100000">
              <a:srgbClr val="000000">
                <a:alpha val="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731520" y="5806440"/>
            <a:ext cx="45720" cy="32004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" name="Text 37"/>
          <p:cNvSpPr/>
          <p:nvPr/>
        </p:nvSpPr>
        <p:spPr>
          <a:xfrm>
            <a:off x="914400" y="5852160"/>
            <a:ext cx="7315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341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Scheduled E-port data refresh (cron)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" name="Shape 1"/>
          <p:cNvSpPr/>
          <p:nvPr/>
        </p:nvSpPr>
        <p:spPr>
          <a:xfrm>
            <a:off x="-914400" y="2743200"/>
            <a:ext cx="3657600" cy="3657600"/>
          </a:xfrm>
          <a:prstGeom prst="ellipse">
            <a:avLst/>
          </a:prstGeom>
          <a:solidFill>
            <a:srgbClr val="065A82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-457200"/>
            <a:ext cx="3657600" cy="365760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914400" y="22860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SOM-BI System Overview &amp; Audit Report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301752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som.mlbbshop.app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 Fah Luang University — School of Management</a:t>
            </a:r>
            <a:endParaRPr lang="en-US" sz="14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22,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0" y="5074920"/>
            <a:ext cx="9144000" cy="73152"/>
          </a:xfrm>
          <a:prstGeom prst="rect">
            <a:avLst/>
          </a:prstGeom>
          <a:solidFill>
            <a:srgbClr val="028090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SOM-BI System Overview &amp; Audit Report</dc:title>
  <dc:subject>PptxGenJS Presentation</dc:subject>
  <dc:creator>SOM-BI Development Team</dc:creator>
  <cp:lastModifiedBy>SOM-BI Development Team</cp:lastModifiedBy>
  <cp:revision>1</cp:revision>
  <dcterms:created xsi:type="dcterms:W3CDTF">2026-03-22T05:28:03Z</dcterms:created>
  <dcterms:modified xsi:type="dcterms:W3CDTF">2026-03-22T05:28:03Z</dcterms:modified>
</cp:coreProperties>
</file>